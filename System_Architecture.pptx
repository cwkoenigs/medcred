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43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4904" y="886968"/>
            <a:ext cx="45720" cy="7863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Analyst PC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09728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+ GitLab SSO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target VDI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7772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38144" y="886968"/>
            <a:ext cx="45720" cy="786384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8321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VDI Node (per user)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84448" y="109728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GitLab runner (user scope)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Nexus Docker proxy/cache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base dev image, store local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224028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38144" y="2350008"/>
            <a:ext cx="45720" cy="786384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295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Workspace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25603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devcontainer specs (GitLab)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+ unit tests inside container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synced via GitLab CI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" y="3813048"/>
            <a:ext cx="45720" cy="740664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58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402336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"Remote decorator" submits code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to managed Snowpark env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23360" y="370332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solid"/>
          </a:ln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78224" y="3813048"/>
            <a:ext cx="45720" cy="740664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0" y="37581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 Runtime Container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24528" y="4023360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Snowflake-provided image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locally, push job into Snowflake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1280160"/>
            <a:ext cx="9601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73552" y="12161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83180" y="1060704"/>
            <a:ext cx="640080" cy="182880"/>
          </a:xfrm>
          <a:prstGeom prst="roundRect">
            <a:avLst>
              <a:gd name="adj" fmla="val 20000"/>
            </a:avLst>
          </a:prstGeom>
          <a:solidFill>
            <a:srgbClr val="263666"/>
          </a:solidFill>
          <a:ln w="6350">
            <a:solidFill>
              <a:srgbClr val="3B59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83180" y="10607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846320" y="1783080"/>
            <a:ext cx="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2112264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919472" y="1911096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263666"/>
          </a:solidFill>
          <a:ln w="6350">
            <a:solidFill>
              <a:srgbClr val="3B59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19110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container runtime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46320" y="3246120"/>
            <a:ext cx="0" cy="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3575304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919472" y="3374136"/>
            <a:ext cx="1325880" cy="201168"/>
          </a:xfrm>
          <a:prstGeom prst="roundRect">
            <a:avLst>
              <a:gd name="adj" fmla="val 18182"/>
            </a:avLst>
          </a:prstGeom>
          <a:solidFill>
            <a:srgbClr val="263666"/>
          </a:solidFill>
          <a:ln w="6350">
            <a:solidFill>
              <a:srgbClr val="3B59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3741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/ Test flows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154680" y="4005072"/>
            <a:ext cx="731520" cy="32004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54680" y="40050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777240"/>
            <a:ext cx="2286000" cy="3886200"/>
          </a:xfrm>
          <a:prstGeom prst="roundRect">
            <a:avLst>
              <a:gd name="adj" fmla="val 3200"/>
            </a:avLst>
          </a:prstGeom>
          <a:solidFill>
            <a:srgbClr val="1A2A54"/>
          </a:solidFill>
          <a:ln w="6350">
            <a:solidFill>
              <a:srgbClr val="3B599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850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Services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12618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76872" y="11887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GitLab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76872" y="1389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CI runners, PAT stored in Vault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12280" y="208483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76872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76872" y="2212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 proxy/cache for base images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812280" y="290779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76872" y="2834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Cache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76872" y="303580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cache on each VDI for faster rebuilds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12280" y="373075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76872" y="3657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76872" y="38587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host metrics, runner status, Nexus health, Snowflake telemetry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Macintosh PowerPoint</Application>
  <PresentationFormat>On-screen Show (16:9)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</dc:title>
  <dc:subject>PptxGenJS Presentation</dc:subject>
  <dc:creator>PptxGenJS</dc:creator>
  <cp:lastModifiedBy>Clark Koenigs</cp:lastModifiedBy>
  <cp:revision>1</cp:revision>
  <dcterms:created xsi:type="dcterms:W3CDTF">2026-02-20T13:47:45Z</dcterms:created>
  <dcterms:modified xsi:type="dcterms:W3CDTF">2026-02-20T13:49:35Z</dcterms:modified>
</cp:coreProperties>
</file>